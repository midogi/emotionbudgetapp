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a10c737eff4d3d" /><Relationship Type="http://schemas.openxmlformats.org/officeDocument/2006/relationships/extended-properties" Target="/docProps/app.xml" Id="Rd3728d22b00542d9" /><Relationship Type="http://schemas.openxmlformats.org/officeDocument/2006/relationships/officeDocument" Target="/ppt/presentation.xml" Id="Rd97f28447ed447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bdf800a49e408e"/>
  </p:sldMasterIdLst>
  <p:notesMasterIdLst>
    <p:notesMasterId xmlns:r="http://schemas.openxmlformats.org/officeDocument/2006/relationships" r:id="Rfa418b6c46ef43d8"/>
  </p:notesMasterIdLst>
  <p:sldIdLst>
    <p:sldId xmlns:r="http://schemas.openxmlformats.org/officeDocument/2006/relationships" id="256" r:id="Rc51a9451757d4680"/>
    <p:sldId xmlns:r="http://schemas.openxmlformats.org/officeDocument/2006/relationships" id="257" r:id="R3dea7355bd5a4fe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32fff45c854ba1" /><Relationship Type="http://schemas.openxmlformats.org/officeDocument/2006/relationships/slideMaster" Target="/ppt/slideMasters/slideMaster1.xml" Id="Racbdf800a49e408e" /><Relationship Type="http://schemas.openxmlformats.org/officeDocument/2006/relationships/notesMaster" Target="/ppt/notesMasters/notesMaster1.xml" Id="Rfa418b6c46ef43d8" /><Relationship Type="http://schemas.openxmlformats.org/officeDocument/2006/relationships/presProps" Target="/ppt/presProps.xml" Id="R832a34194f4f4e76" /><Relationship Type="http://schemas.openxmlformats.org/officeDocument/2006/relationships/viewProps" Target="/ppt/viewProps.xml" Id="R81aa27cb09eb42e3" /><Relationship Type="http://schemas.openxmlformats.org/officeDocument/2006/relationships/tableStyles" Target="/ppt/tableStyles.xml" Id="Rdbb0673f3ba54ec7" /><Relationship Type="http://schemas.openxmlformats.org/officeDocument/2006/relationships/slide" Target="/ppt/slides/slide1.xml" Id="Rc51a9451757d4680" /><Relationship Type="http://schemas.openxmlformats.org/officeDocument/2006/relationships/slide" Target="/ppt/slides/slide2.xml" Id="R3dea7355bd5a4f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949a8e5d1440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57e901e29544a8" /><Relationship Type="http://schemas.openxmlformats.org/officeDocument/2006/relationships/notesMaster" Target="/ppt/notesMasters/notesMaster1.xml" Id="R10658c7e605c49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f29199c07a47ce" /><Relationship Type="http://schemas.openxmlformats.org/officeDocument/2006/relationships/notesMaster" Target="/ppt/notesMasters/notesMaster1.xml" Id="Rbee1f19993a44f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b7a0dba8b5463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2852545b9a44b7" /><Relationship Type="http://schemas.openxmlformats.org/officeDocument/2006/relationships/slideLayout" Target="/ppt/slideLayouts/slideLayout1.xml" Id="Rac888921279245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888921279245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8c5b5b2f747bb" /><Relationship Type="http://schemas.openxmlformats.org/officeDocument/2006/relationships/notesSlide" Target="/ppt/notesSlides/notesSlide1.xml" Id="Red75f7e9f83c469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1c9ac18c21465e" /><Relationship Type="http://schemas.openxmlformats.org/officeDocument/2006/relationships/notesSlide" Target="/ppt/notesSlides/notesSlide2.xml" Id="R7bceb93879e34b2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E7134E-91D2-4CCB-A2D6-00D25F3E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6A45A5-59A5-412C-A351-6BE879DE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733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C2D"/>
          </a:solidFill>
          <a:ln xmlns:a="http://schemas.openxmlformats.org/drawingml/2006/main" w="0">
            <a:solidFill>
              <a:srgbClr val="141C2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E1F82C-AC45-40C6-B7C5-D674385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1435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7FF"/>
          </a:solidFill>
          <a:ln xmlns:a="http://schemas.openxmlformats.org/drawingml/2006/main" w="0">
            <a:solidFill>
              <a:srgbClr val="EDE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6E6F8-45E7-4ADF-BCA5-FAA600A5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66750"/>
            <a:ext cx="647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rPr>
              <a:t>EB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6B1090-AEA7-4895-99E5-56FFCCA0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66850"/>
            <a:ext cx="2781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감정 가계부 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D4674-AF4B-4610-9EDF-8B3BE755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240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C2D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B8C2D6"/>
                </a:solidFill>
                <a:latin typeface="Malgun Gothic"/>
                <a:ea typeface="Malgun Gothic"/>
                <a:cs typeface="Malgun Gothic"/>
              </a:rPr>
              <a:t>최종 프로젝트 제안서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F3533D-62DC-47D4-9391-059621A0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912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김동민 / 2271180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CF4D4-B400-429A-B4B2-BDB07EAA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05525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8C2D6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B8C2D6"/>
                </a:solidFill>
                <a:latin typeface="Malgun Gothic"/>
                <a:ea typeface="Malgun Gothic"/>
                <a:cs typeface="Malgun Gothic"/>
              </a:rPr>
              <a:t>EmotionBudgetApp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E4C6CC-D499-467D-936A-C8A94DB7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33400"/>
            <a:ext cx="6762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감정과 금액을 함께 기록하고 소비 패턴을 분석합니다.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D1B045-4470-4B02-92D0-BA0D450F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573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rPr>
              <a:t>프로젝트 개요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3393E6-CDAE-432E-9463-07695B7D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781175"/>
            <a:ext cx="619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B5563"/>
                </a:solidFill>
                <a:latin typeface="Malgun Gothic"/>
                <a:ea typeface="Malgun Gothic"/>
                <a:cs typeface="Malgun Gothic"/>
              </a:rPr>
              <a:t>소비할 때의 감정을 함께 기록하고, 감정 상태와 지출 간의 상관관계를 통계와 인사이트로 보여주는 앱입니다.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6F5BB-2236-4D26-BE07-1642BAF7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65722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C38344-0475-4B4B-8518-CCECA512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003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핵심 기능 3가지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5F142E-B94B-479A-B8A3-17403125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289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5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BB2088-1D2D-4B45-AB73-7B0AD92D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90875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감정 태그 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CEB8D0-A17E-4340-95DF-436A201A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90875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지출 입력 시 기쁨, 스트레스, 우울 등 감정을 함께 선택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FEE89D-0B78-4829-ABEE-375949F7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552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44B94D-04A6-46B9-A982-5D7C2689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14725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소비 패턴 분석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076870-DBA1-4B11-A838-EA277E04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14725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감정별 지출 금액과 빈도를 그래프로 시각화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0EDFEA-C806-43B3-AAD3-BF6E8B21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766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6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0D524D-C989-4124-8F44-B99DB795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38575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인사이트 리포트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218EC6-DB88-4A1C-99C8-9485E21F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38575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스트레스 소비 증가처럼 자동 분석 메시지 제공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746891-6595-47AC-97E6-196F8F73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2915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rPr>
              <a:t>개발 범위 및 일정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E711B2-1E49-4BBA-B1BE-81355805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19700"/>
            <a:ext cx="20383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224E82-2049-4F2C-BCD8-5B4504E2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4292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E7FF"/>
          </a:solidFill>
          <a:ln xmlns:a="http://schemas.openxmlformats.org/drawingml/2006/main" w="0">
            <a:solidFill>
              <a:srgbClr val="EDE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D0A264-3475-4C62-BFDF-F0F3CCA8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4864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F0E54D-C4E2-4D79-8F08-68936284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42925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기획·화면 설계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23A1AE-B220-487B-A07B-379DE015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810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앱 목적, 입력 흐름, 화면 구성도 정리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F2A41D-44C8-498D-916C-6CB07AB7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5219700"/>
            <a:ext cx="20383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1DB201-B5C2-4CFF-8811-1ABD5E32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54292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E7FF"/>
          </a:solidFill>
          <a:ln xmlns:a="http://schemas.openxmlformats.org/drawingml/2006/main" w="0">
            <a:solidFill>
              <a:srgbClr val="EDE7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63D4C8-BE01-4588-BCAF-FD30A0F0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54864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B834D8-EF65-4977-A4AC-08909C52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542925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핵심 기능 구현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5D7018-4CAF-40DC-B912-D9951267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5810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수입/지출 입력과 감정 태그 UI 구현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266C87-5A02-4A1D-BD2E-429AAF8E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19700"/>
            <a:ext cx="20383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D73977-1092-4389-B8AA-89EFF361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4292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E7FF"/>
          </a:solidFill>
          <a:ln xmlns:a="http://schemas.openxmlformats.org/drawingml/2006/main" w="0">
            <a:solidFill>
              <a:srgbClr val="EDE7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56496A-15C3-4AD4-A2C1-E432AA04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4864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49FA32-3B2D-4DFF-BBCB-B4B327FC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542925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분석·발표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60EE483-7E12-4AFD-9B0E-BCBB4CD3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5810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차트, 리포트, 발표 화면 구성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6CBC40-5ACF-4278-8525-C8B1A02F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6438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6B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F6B6F"/>
                </a:solidFill>
                <a:latin typeface="Malgun Gothic"/>
                <a:ea typeface="Malgun Gothic"/>
                <a:cs typeface="Malgun Gothic"/>
              </a:rPr>
              <a:t>제안 기능이 최종 구현 화면의 기록, 통계, 감정 탭으로 연결됩니다.</a:t>
            </a:r>
          </a:p>
        </p:txBody>
      </p:sp>
    </p:spTree>
    <p:extLst>
      <p:ext uri="{BB962C8B-B14F-4D97-AF65-F5344CB8AC3E}">
        <p14:creationId xmlns:p14="http://schemas.microsoft.com/office/powerpoint/2010/main" val="197119212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0A4E32-3722-44A8-B30B-82C0EF4B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01F093-287E-4719-BDA5-78741408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5B3"/>
          </a:solidFill>
          <a:ln xmlns:a="http://schemas.openxmlformats.org/drawingml/2006/main" w="0">
            <a:solidFill>
              <a:srgbClr val="6D55B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799097-9652-4F66-8BA1-B1EC5EB4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최종 구현 결과 및 시연 영상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14AFA-F6E8-4A78-9A3B-DAFA09D7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김동민 / 2271180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9979C-5509-4CAC-BBD3-5A28A051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rPr>
              <a:t>영상 URL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649362-462A-46B2-93AE-9DD53C4D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6496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F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4CF421-EC4A-468A-902A-9D24C3FC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5048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5CD3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5CD3"/>
                </a:solidFill>
                <a:latin typeface="Malgun Gothic"/>
                <a:ea typeface="Malgun Gothic"/>
                <a:cs typeface="Malgun Gothic"/>
              </a:rPr>
              <a:t>https://youtu.be/3_EZF38D_0w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189687-D585-4837-8F32-8C7972DB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28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3분 이내 프로젝트 소개 영상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BDE962-2E36-4B22-96B0-DD4CCC37F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66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앱 동작 화면 캡처 및 설명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046460-D13F-4FE6-A39C-774EE85A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342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BF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DD9D6B-513A-4A42-9DF6-5926B64A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7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8DEB"/>
          </a:solidFill>
          <a:ln xmlns:a="http://schemas.openxmlformats.org/drawingml/2006/main" w="0">
            <a:solidFill>
              <a:srgbClr val="4B8D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81609D-A063-4D61-B7A8-4C1DEF37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기록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EA9208-EBAF-4B26-AA12-00238BD5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2876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수입/지출, 날짜, 카테고리, 감정, 메모를 한 번에 입력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172853-C9EB-4FE8-840D-3FF11421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342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BF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472AF3-80ED-4551-B809-D2F7DF82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7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5B3"/>
          </a:solidFill>
          <a:ln xmlns:a="http://schemas.openxmlformats.org/drawingml/2006/main" w="0">
            <a:solidFill>
              <a:srgbClr val="6D55B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81C823-C57C-4EFB-B6BD-1A34DF0D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기록 찾기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356C08-F717-4B6F-BF42-2805B778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19600"/>
            <a:ext cx="2876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검색어, 기간, 유형, 감정, 금액 범위로 결과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3E458-0654-40C4-B0E5-3880E6D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48225"/>
            <a:ext cx="342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BF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39575B-0B3A-4DBC-887C-DCD49885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48225"/>
            <a:ext cx="7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6F"/>
          </a:solidFill>
          <a:ln xmlns:a="http://schemas.openxmlformats.org/drawingml/2006/main" w="0">
            <a:solidFill>
              <a:srgbClr val="2F6B6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DBA34B-C149-420B-9782-EA7A4A7D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911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상세 통계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941A4E-93FA-41B2-B90B-99407E16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2876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월 이동, 일별/주별 묶음, 수입·지출 합계와 그래프 제공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B2175A-107F-4D34-BE16-497DE655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342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BF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28F712-52AA-493D-A9F2-CE49D00B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7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0">
            <a:solidFill>
              <a:srgbClr val="FF6B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C61909-CC48-41B9-A8C5-687B6D02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감정 분석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02E481-8725-4CA2-BE8B-CD1017A9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57900"/>
            <a:ext cx="2876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감정별 금액·빈도 그래프와 진단 카드 제공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0956AE-C8E9-4D7B-BA33-6218B612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81300"/>
            <a:ext cx="2590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C2D"/>
          </a:solidFill>
          <a:ln xmlns:a="http://schemas.openxmlformats.org/drawingml/2006/main" w="0">
            <a:solidFill>
              <a:srgbClr val="141C2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391D4E-EFDD-450F-99D7-71584C13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28950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차별점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244856-90BD-4FED-A145-CADCA470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3375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CE6F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DCE6F5"/>
                </a:solidFill>
                <a:latin typeface="Malgun Gothic"/>
                <a:ea typeface="Malgun Gothic"/>
                <a:cs typeface="Malgun Gothic"/>
              </a:rPr>
              <a:t>감정 소비 진단 카드로 지출 원인까지 보여주는 가계부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529AF5-6425-42AB-975B-187F0B9F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33825"/>
            <a:ext cx="259080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BF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A1410A-587B-43CE-A871-B5F19A3C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3385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제출 영상 구성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9160E8-6E46-42E8-B1B3-B7971F1F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91025"/>
            <a:ext cx="190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기록 입력, 검색 결과, 월별 통계, 감정 분석 흐름을 순서대로 시연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AC25FF-5E08-4040-B177-50F877A0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72050"/>
            <a:ext cx="2590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BF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1E063E-FD1F-4D8F-8011-8C28B978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18160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제안서 반영 여부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D5FE5E-62F5-4F4E-9859-EF3B57D8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438775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감정 태그 기록, 패턴 분석, 인사이트 리포트를 모두 구현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A73055-5D1D-4412-A309-47E3D1F8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066800"/>
            <a:ext cx="2914650" cy="483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29E212-CA2D-4DF5-9D22-64724769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200150"/>
            <a:ext cx="264795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3C28B4-A645-4E8D-B150-0F7A6B50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200150"/>
            <a:ext cx="2647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C2D"/>
          </a:solidFill>
          <a:ln xmlns:a="http://schemas.openxmlformats.org/drawingml/2006/main" w="0">
            <a:solidFill>
              <a:srgbClr val="141C2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D3135F-174F-40CC-91B6-7BD8DFE2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438275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감정 가계부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8741A77-73A9-4C1B-9B11-FD582DE2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24025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C9D4E6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C9D4E6"/>
                </a:solidFill>
                <a:latin typeface="Malgun Gothic"/>
                <a:ea typeface="Malgun Gothic"/>
                <a:cs typeface="Malgun Gothic"/>
              </a:rPr>
              <a:t>6월 소비 리포트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11793F-16E8-4DE9-8CB9-D17272BBB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0980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BF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9A1E76-24B1-4B09-9F5A-B8CA1BAA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62200"/>
            <a:ext cx="102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수입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258AC1-0474-4F7A-AFE9-04969793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09850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B8D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4B8DEB"/>
                </a:solidFill>
                <a:latin typeface="Malgun Gothic"/>
                <a:ea typeface="Malgun Gothic"/>
                <a:cs typeface="Malgun Gothic"/>
              </a:rPr>
              <a:t>1,850,000원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B74BE6-9096-4F07-90D6-1FD18A72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20980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BF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BCF5BA-1C9D-4FE9-917F-DCAA7A9A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362200"/>
            <a:ext cx="102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지출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C52DB25-2DA2-4F3F-8695-5336C964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09850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6B5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6B5F"/>
                </a:solidFill>
                <a:latin typeface="Malgun Gothic"/>
                <a:ea typeface="Malgun Gothic"/>
                <a:cs typeface="Malgun Gothic"/>
              </a:rPr>
              <a:t>1,136,900원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42BA5C-C497-4AE6-8089-4F5F51DA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23431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BF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C1F4399-F141-4DAE-BD5C-87D2EF4C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766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감정 소비 진단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B5D2340-FFC7-47B7-810A-5DF5736A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05200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6B5F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FF6B5F"/>
                </a:solidFill>
                <a:latin typeface="Malgun Gothic"/>
                <a:ea typeface="Malgun Gothic"/>
                <a:cs typeface="Malgun Gothic"/>
              </a:rPr>
              <a:t>스트레스 소비가 지난달보다 3회 증가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714496-7A9A-48FE-A21B-B5A7FE83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62400"/>
            <a:ext cx="2343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BF1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9F87747-5844-4F92-AEA3-88EF95E2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1433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기록 찾기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9119559-959B-4866-9377-83668424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71975"/>
            <a:ext cx="196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5B6472"/>
                </a:solidFill>
                <a:latin typeface="Malgun Gothic"/>
                <a:ea typeface="Malgun Gothic"/>
                <a:cs typeface="Malgun Gothic"/>
              </a:rPr>
              <a:t>검색어 + 기간 + 금액 필터 결과 표시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00CDA2B-CBB7-4CC1-986C-F2FF1980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57750"/>
            <a:ext cx="2343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FF"/>
          </a:solidFill>
          <a:ln xmlns:a="http://schemas.openxmlformats.org/drawingml/2006/main" w="0">
            <a:solidFill>
              <a:srgbClr val="EFE7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D57821B-6564-4F5B-837E-9550E209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991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6D55B3"/>
                </a:solidFill>
                <a:latin typeface="Malgun Gothic"/>
                <a:ea typeface="Malgun Gothic"/>
                <a:cs typeface="Malgun Gothic"/>
              </a:rPr>
              <a:t>기록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E881D8-F578-4EA0-8D3F-8C6435CE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91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75467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475467"/>
                </a:solidFill>
                <a:latin typeface="Malgun Gothic"/>
                <a:ea typeface="Malgun Gothic"/>
                <a:cs typeface="Malgun Gothic"/>
              </a:rPr>
              <a:t>통계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EDCF8AF-FDC8-4998-A812-1D272F33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991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75467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475467"/>
                </a:solidFill>
                <a:latin typeface="Malgun Gothic"/>
                <a:ea typeface="Malgun Gothic"/>
                <a:cs typeface="Malgun Gothic"/>
              </a:rPr>
              <a:t>감정</a:t>
            </a:r>
          </a:p>
        </p:txBody>
      </p:sp>
    </p:spTree>
    <p:extLst>
      <p:ext uri="{BB962C8B-B14F-4D97-AF65-F5344CB8AC3E}">
        <p14:creationId xmlns:p14="http://schemas.microsoft.com/office/powerpoint/2010/main" val="9623602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2026-06-05T20:45:10.9240000Z</dcterms:created>
  <dcterms:modified xsi:type="dcterms:W3CDTF">2026-06-05T20:45:10.9240000Z</dcterms:modified>
</coreProperties>
</file>