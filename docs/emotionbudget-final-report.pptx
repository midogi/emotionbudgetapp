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10c737eff4d3d" /><Relationship Type="http://schemas.openxmlformats.org/officeDocument/2006/relationships/extended-properties" Target="/docProps/app.xml" Id="Rd3728d22b00542d9" /><Relationship Type="http://schemas.openxmlformats.org/officeDocument/2006/relationships/officeDocument" Target="/ppt/presentation.xml" Id="Rd97f28447ed4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df800a49e408e"/>
  </p:sldMasterIdLst>
  <p:notesMasterIdLst>
    <p:notesMasterId xmlns:r="http://schemas.openxmlformats.org/officeDocument/2006/relationships" r:id="Rfa418b6c46ef43d8"/>
  </p:notesMasterIdLst>
  <p:sldIdLst>
    <p:sldId xmlns:r="http://schemas.openxmlformats.org/officeDocument/2006/relationships" id="256" r:id="Rc51a9451757d4680"/>
    <p:sldId xmlns:r="http://schemas.openxmlformats.org/officeDocument/2006/relationships" id="257" r:id="R3dea7355bd5a4f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2fff45c854ba1" /><Relationship Type="http://schemas.openxmlformats.org/officeDocument/2006/relationships/slideMaster" Target="/ppt/slideMasters/slideMaster1.xml" Id="Racbdf800a49e408e" /><Relationship Type="http://schemas.openxmlformats.org/officeDocument/2006/relationships/notesMaster" Target="/ppt/notesMasters/notesMaster1.xml" Id="Rfa418b6c46ef43d8" /><Relationship Type="http://schemas.openxmlformats.org/officeDocument/2006/relationships/presProps" Target="/ppt/presProps.xml" Id="R832a34194f4f4e76" /><Relationship Type="http://schemas.openxmlformats.org/officeDocument/2006/relationships/viewProps" Target="/ppt/viewProps.xml" Id="R81aa27cb09eb42e3" /><Relationship Type="http://schemas.openxmlformats.org/officeDocument/2006/relationships/tableStyles" Target="/ppt/tableStyles.xml" Id="Rdbb0673f3ba54ec7" /><Relationship Type="http://schemas.openxmlformats.org/officeDocument/2006/relationships/slide" Target="/ppt/slides/slide1.xml" Id="Rc51a9451757d4680" /><Relationship Type="http://schemas.openxmlformats.org/officeDocument/2006/relationships/slide" Target="/ppt/slides/slide2.xml" Id="R3dea7355bd5a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949a8e5d1440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7e901e29544a8" /><Relationship Type="http://schemas.openxmlformats.org/officeDocument/2006/relationships/notesMaster" Target="/ppt/notesMasters/notesMaster1.xml" Id="R10658c7e605c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f29199c07a47ce" /><Relationship Type="http://schemas.openxmlformats.org/officeDocument/2006/relationships/notesMaster" Target="/ppt/notesMasters/notesMaster1.xml" Id="Rbee1f19993a44f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7a0dba8b5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2852545b9a44b7" /><Relationship Type="http://schemas.openxmlformats.org/officeDocument/2006/relationships/slideLayout" Target="/ppt/slideLayouts/slideLayout1.xml" Id="Rac8889212792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8889212792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8c5b5b2f747bb" /><Relationship Type="http://schemas.openxmlformats.org/officeDocument/2006/relationships/notesSlide" Target="/ppt/notesSlides/notesSlide1.xml" Id="Red75f7e9f83c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c9ac18c21465e" /><Relationship Type="http://schemas.openxmlformats.org/officeDocument/2006/relationships/notesSlide" Target="/ppt/notesSlides/notesSlide2.xml" Id="R7bceb93879e34b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7134E-91D2-4CCB-A2D6-00D25F3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A45A5-59A5-412C-A351-6BE879D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3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D"/>
          </a:solidFill>
          <a:ln xmlns:a="http://schemas.openxmlformats.org/drawingml/2006/main" w="0">
            <a:solidFill>
              <a:srgbClr val="141C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1F82C-AC45-40C6-B7C5-D674385E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0">
            <a:solidFill>
              <a:srgbClr val="ED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6E6F8-45E7-4ADF-BCA5-FAA600A5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B1090-AEA7-4895-99E5-56FFCCA0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감정 가계부 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D4674-AF4B-4610-9EDF-8B3BE755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24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C2D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8C2D6"/>
                </a:solidFill>
                <a:latin typeface="Malgun Gothic"/>
                <a:ea typeface="Malgun Gothic"/>
                <a:cs typeface="Malgun Gothic"/>
              </a:rPr>
              <a:t>최종 프로젝트 제안서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3533D-62DC-47D4-9391-059621A0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김동민 / 2271180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CF4D4-B400-429A-B4B2-BDB07EA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055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2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C2D6"/>
                </a:solidFill>
                <a:latin typeface="Malgun Gothic"/>
                <a:ea typeface="Malgun Gothic"/>
                <a:cs typeface="Malgun Gothic"/>
              </a:rPr>
              <a:t>EmotionBudgetApp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4C6CC-D499-467D-936A-C8A94DB7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"/>
            <a:ext cx="676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단순한 지출 기록을 넘어, 소비 당시의 감정과 금액을 함께 기록해 나의 소비 패턴을 분석하는 모바일 가계부 앱입니다.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1B045-4470-4B02-92D0-BA0D450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573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393E6-CDAE-432E-9463-07695B7D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811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소비할 때의 감정을 함께 기록하고, 감정 상태와 지출 간의 상관관계를 통계와 인사이트로 보여주는 앱입니다.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6F5BB-2236-4D26-BE07-1642BAF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6572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38344-0475-4B4B-8518-CCECA51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 기능 3가지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F142E-B94B-479A-B8A3-1740312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5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B2088-1D2D-4B45-AB73-7B0AD92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감정 태그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EB8D0-A17E-4340-95DF-436A201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지출 입력 시 기쁨, 스트레스, 우울 등 감정을 함께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EE89D-0B78-4829-ABEE-375949F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4B94D-04A6-46B9-A982-5D7C268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소비 패턴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76870-DBA1-4B11-A838-EA277E0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147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감정별 지출 금액과 빈도를 그래프로 시각화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DFEA-C806-43B3-AAD3-BF6E8B21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76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D524D-C989-4124-8F44-B99DB795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385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인사이트 리포트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18EC6-DB88-4A1C-99C8-9485E21F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스트레스 소비 증가처럼 자동 분석 메시지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46891-6595-47AC-97E6-196F8F7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개발 범위 및 일정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711B2-1E49-4BBA-B1BE-8135580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24E82-2049-4F2C-BCD8-5B4504E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0">
            <a:solidFill>
              <a:srgbClr val="ED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0A264-3475-4C62-BFDF-F0F3CCA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0E54D-C4E2-4D79-8F08-6893628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기획 &amp; 와이어프레임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3A1AE-B220-487B-A07B-379DE01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앱 목적, 입력 흐름, 화면 구성도 정리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2A41D-44C8-498D-916C-6CB07AB7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2197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DB201-B5C2-4CFF-8811-1ABD5E32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29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0">
            <a:solidFill>
              <a:srgbClr val="ED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3D4C8-BE01-4588-BCAF-FD30A0F0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864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834D8-EF65-4977-A4AC-08909C5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429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 기능 구현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D7018-4CAF-40DC-B912-D9951267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810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수입/지출 입력과 감정 태그 UI 구현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266C87-5A02-4A1D-BD2E-429AAF8E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D73977-1092-4389-B8AA-89EFF361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29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7FF"/>
          </a:solidFill>
          <a:ln xmlns:a="http://schemas.openxmlformats.org/drawingml/2006/main" w="0">
            <a:solidFill>
              <a:srgbClr val="ED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56496A-15C3-4AD4-A2C1-E432AA04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864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9FA32-3B2D-4DFF-BBCB-B4B327FC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29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분석 화면 &amp; 발표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EE483-7E12-4AFD-9B0E-BCBB4CD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차트, 리포트, 시연 데이터 구성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6CBC40-5ACF-4278-8525-C8B1A02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B6F"/>
                </a:solidFill>
                <a:latin typeface="Malgun Gothic"/>
                <a:ea typeface="Malgun Gothic"/>
                <a:cs typeface="Malgun Gothic"/>
              </a:rPr>
              <a:t>제안 기능이 최종 구현 화면의 기록, 통계, 감정 탭으로 연결됩니다.</a:t>
            </a:r>
          </a:p>
        </p:txBody>
      </p:sp>
    </p:spTree>
    <p:extLst>
      <p:ext uri="{BB962C8B-B14F-4D97-AF65-F5344CB8AC3E}">
        <p14:creationId xmlns:p14="http://schemas.microsoft.com/office/powerpoint/2010/main" val="1971192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4E32-3722-44A8-B30B-82C0EF4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FAFB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1F093-287E-4719-BDA5-78741408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5B3"/>
          </a:solidFill>
          <a:ln xmlns:a="http://schemas.openxmlformats.org/drawingml/2006/main" w="0">
            <a:solidFill>
              <a:srgbClr val="6D55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99097-9652-4F66-8BA1-B1EC5EB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최종 구현 결과 및 시연 영상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4AFA-F6E8-4A78-9A3B-DAFA09D7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김동민 / 2271180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9979C-5509-4CAC-BBD3-5A28A05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영상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49362-462A-46B2-93AE-9DD53C4D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496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CF421-EC4A-468A-902A-9D24C3FC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5048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5CD3"/>
                </a:solidFill>
                <a:latin typeface="Malgun Gothic"/>
                <a:ea typeface="Malgun Gothic"/>
                <a:cs typeface="Malgun Gothic"/>
              </a:rPr>
              <a:t>https://youtu.be/3_EZF38D_0w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89687-D585-4837-8F32-8C7972DB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제출 전 유튜브 로그아웃 상태에서 재생 여부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DE962-2E36-4B22-96B0-DD4CCC3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앱 동작 화면 캡처 및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46460-D13F-4FE6-A39C-774EE85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D9D6B-513A-4A42-9DF6-5926B64A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DEB"/>
          </a:solidFill>
          <a:ln xmlns:a="http://schemas.openxmlformats.org/drawingml/2006/main" w="0">
            <a:solidFill>
              <a:srgbClr val="4B8D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1609D-A063-4D61-B7A8-4C1DEF3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A9208-EBAF-4B26-AA12-00238BD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수입/지출, 날짜, 카테고리, 감정, 메모를 한 번에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72853-C9EB-4FE8-840D-3FF1142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72AF3-80ED-4551-B809-D2F7DF8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5B3"/>
          </a:solidFill>
          <a:ln xmlns:a="http://schemas.openxmlformats.org/drawingml/2006/main" w="0">
            <a:solidFill>
              <a:srgbClr val="6D55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1C823-C57C-4EFB-B6BD-1A34DF0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기록 찾기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56C08-F717-4B6F-BF42-2805B778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검색어, 기간, 유형, 카테고리, 감정, 금액 범위로 결과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3E458-0654-40C4-B0E5-3880E6D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9575B-0B3A-4DBC-887C-DCD4988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6F"/>
          </a:solidFill>
          <a:ln xmlns:a="http://schemas.openxmlformats.org/drawingml/2006/main" w="0">
            <a:solidFill>
              <a:srgbClr val="2F6B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BA34B-C149-420B-9782-EA7A4A7D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상세 통계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41A4E-93FA-41B2-B90B-99407E16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월 이동, 일별/주별 묶음, 수입·지출 합계와 그래프 제공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2175A-107F-4D34-BE16-497DE655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8F712-52AA-493D-A9F2-CE49D00B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FF6B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61909-CC48-41B9-A8C5-687B6D02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감정 분석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2E481-8725-4CA2-BE8B-CD1017A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감정별 금액·빈도 그래프와 감정 소비 진단 카드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956AE-C8E9-4D7B-BA33-6218B61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590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D"/>
          </a:solidFill>
          <a:ln xmlns:a="http://schemas.openxmlformats.org/drawingml/2006/main" w="0">
            <a:solidFill>
              <a:srgbClr val="141C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91D4E-EFDD-450F-99D7-71584C1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44856-90BD-4FED-A145-CADCA47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CE6F5"/>
                </a:solidFill>
                <a:latin typeface="Malgun Gothic"/>
                <a:ea typeface="Malgun Gothic"/>
                <a:cs typeface="Malgun Gothic"/>
              </a:rPr>
              <a:t>감정 소비 진단 카드로 지출 원인까지 보여주는 가계부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29AF5-6425-42AB-975B-187F0B9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33825"/>
            <a:ext cx="25908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1410A-587B-43CE-A871-B5F19A3C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샘플 데이터 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9160E8-6E46-42E8-B1B3-B7971F1F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9102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2026년 4, 5, 6, 7월 데이터와 6월 주간별 기록으로 시연 가능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C25FF-5E08-4040-B177-50F877A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7205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E063E-FD1F-4D8F-8011-8C28B97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제안서 반영 여부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D5FE5E-62F5-4F4E-9859-EF3B57D8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3877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감정 태그 기록, 패턴 분석, 인사이트 리포트를 모두 구현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73055-5D1D-4412-A309-47E3D1F8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66800"/>
            <a:ext cx="29146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29E212-CA2D-4DF5-9D22-6472476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6479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3C28B4-A645-4E8D-B150-0F7A6B5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647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D"/>
          </a:solidFill>
          <a:ln xmlns:a="http://schemas.openxmlformats.org/drawingml/2006/main" w="0">
            <a:solidFill>
              <a:srgbClr val="141C2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D3135F-174F-40CC-91B6-7BD8DFE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382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감정 가계부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741A77-73A9-4C1B-9B11-FD582DE2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240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4E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9D4E6"/>
                </a:solidFill>
                <a:latin typeface="Malgun Gothic"/>
                <a:ea typeface="Malgun Gothic"/>
                <a:cs typeface="Malgun Gothic"/>
              </a:rPr>
              <a:t>6월 소비 리포트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1793F-16E8-4DE9-8CB9-D17272B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9A1E76-24B1-4B09-9F5A-B8CA1BAA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수입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258AC1-0474-4F7A-AFE9-0496979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D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DEB"/>
                </a:solidFill>
                <a:latin typeface="Malgun Gothic"/>
                <a:ea typeface="Malgun Gothic"/>
                <a:cs typeface="Malgun Gothic"/>
              </a:rPr>
              <a:t>1,850,000원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B74BE6-9096-4F07-90D6-1FD18A72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BCF5BA-1C9D-4FE9-917F-DCAA7A9A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52DB25-2DA2-4F3F-8695-5336C96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6B5F"/>
                </a:solidFill>
                <a:latin typeface="Malgun Gothic"/>
                <a:ea typeface="Malgun Gothic"/>
                <a:cs typeface="Malgun Gothic"/>
              </a:rPr>
              <a:t>1,136,900원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42BA5C-C497-4AE6-8089-4F5F51D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343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1F4399-F141-4DAE-BD5C-87D2EF4C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감정 소비 진단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5D2340-FFC7-47B7-810A-5DF5736A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B5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6B5F"/>
                </a:solidFill>
                <a:latin typeface="Malgun Gothic"/>
                <a:ea typeface="Malgun Gothic"/>
                <a:cs typeface="Malgun Gothic"/>
              </a:rPr>
              <a:t>스트레스 소비가 지난달보다 3회 증가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714496-7A9A-48FE-A21B-B5A7FE83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F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F87747-5844-4F92-AEA3-88EF95E2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433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기록 찾기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119559-959B-4866-9377-83668424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719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검색어 + 기간 + 금액 필터 결과 표시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0CDA2B-CBB7-4CC1-986C-F2FF1980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0">
            <a:solidFill>
              <a:srgbClr val="EFE7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57821B-6564-4F5B-837E-9550E20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911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55B3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E881D8-F578-4EA0-8D3F-8C6435C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911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DCF8AF-FDC8-4998-A812-1D272F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911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475467"/>
                </a:solidFill>
                <a:latin typeface="Malgun Gothic"/>
                <a:ea typeface="Malgun Gothic"/>
                <a:cs typeface="Malgun Gothic"/>
              </a:rPr>
              <a:t>감정</a:t>
            </a:r>
          </a:p>
        </p:txBody>
      </p:sp>
    </p:spTree>
    <p:extLst>
      <p:ext uri="{BB962C8B-B14F-4D97-AF65-F5344CB8AC3E}">
        <p14:creationId xmlns:p14="http://schemas.microsoft.com/office/powerpoint/2010/main" val="962360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2026-06-05T20:45:10.9240000Z</dcterms:created>
  <dcterms:modified xsi:type="dcterms:W3CDTF">2026-06-05T20:45:10.9240000Z</dcterms:modified>
</coreProperties>
</file>